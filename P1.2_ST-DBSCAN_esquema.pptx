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109728" cy="20116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9202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secuencias sísmicas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ST-DBSCAN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66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P1.2 [IA] llevada al nivel del esquema de la base de datos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· IPN ESCOM · Bases de Datos · Práctica 2, Ejercicio 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integrante: 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necesidad: las réplicas se cuentan como sismos independientes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IPN · ESCOM · Bases de Datos · Práctica 2 · Ejercicio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73152" cy="237744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hoy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659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319 592 sismos en la base, todos tratados como eventos independientes.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sismo fuerte genera cientos de réplicas que inflan los conteos por estado.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distingue un enjambre (actividad anómala) de una secuencia normal.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45352" y="137160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5352" y="1371600"/>
            <a:ext cx="73152" cy="237744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19672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verá el usuario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19659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seleccionar un sismo: sus réplicas resaltadas y línea de tiempo.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con opción “solo sismos principales” o “todos”.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enjambres: fecha, duración y número de eventos.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167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023360"/>
            <a:ext cx="73152" cy="201168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resuelve con IA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17720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ST-DBSCAN agrupa eventos densos en ventanas de distancia y tiempo, usando latitud, longitud, fecha, hora y magnitud que ya existen.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base: ventana de Gardner y Knopoff (depende de la magnitud). Validación con secuencias conocidas, p. ej. septiembre de 2017.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produce resultados nuevos: hay que guardarlos con su marca de tiempo, versión del modelo y el sismo que califican.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al esquema: tres tablas nuevas, sin tocar los hechos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IPN · ESCOM · Bases de Datos · Práctica 2 · Ejercicio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Columnas clave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Restricciones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version_modelo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(nueva)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id_version, algoritmo, version, parametros, entrenado_en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PK; UNIQUE(algoritmo, version); parametros NOT 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secuencia_sismica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(nueva)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id_secuencia, tipo, fecha_inicio, fecha_fin, id_version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PK; tipo ∈ {replicas, enjambre}; fecha_fin ≥ fecha_inicio; FK → version_modelo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resultado_modelo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(nueva)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id_resultado, id_sismo, id_secuencia, id_sismo_principal, rol, puntaje, generado_en, id_version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hechos_sismos (sismo y principal); FK → secuencia_sismica (NULL = aislado); rol ∈ {principal, replica, aislado}; puntaje 0–1; UNIQUE(id_sismo, id_version)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Supuesto: la tabla de hechos se llama hechos_sismos(id_sismo, fecha, hora, latitud, longitud, magnitud, …). num_eventos no se almacena: es derivado (COUNT sobre resultado_modelo). Ajustar nombres a tu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transformación y tipos de dato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IPN · ESCOM · Bases de Datos · Práctica 2 · Ejercicio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73152" cy="466344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aplicada y estrategia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659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SecuenciaSismica (entidad) → tabla propia con PK sustituta.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pertenece_a (0,1):(2,N) → FK anulable en resultado_modelo.id_secuencia.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recursiva es_réplica_de (0,N):(0,1) → FK autorreferente a hechos_sismos (id_sismo_principal).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Estrategia: guardar el resultado del modelo en una tabla aparte (no columnas en hechos) para versionar corridas, conservar históricos y no modificar datos oficiales.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137160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5352" y="1371600"/>
            <a:ext cx="73152" cy="466344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19672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estos tipos para el resultado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19659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 (generado_en): marca de tiempo sin ambigüedad de zona horaria.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NUMERIC(4,3) (puntaje): exacto, acotado a 0–1 con CHECK; evita errores de redondeo de FLOAT.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(parametros): eps espacial, eps temporal, minPts y ventana pueden cambiar entre algoritmos sin alterar el esquema.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+ CHECK (rol, tipo): conjunto cerrado y legible.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 id_version: cada resultado sabe qué modelo lo generó.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cambio-usuario.sql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IPN · ESCOM · Bases de Datos · Práctica 2 · Ejercicio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94960" cy="4846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371600"/>
            <a:ext cx="50292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version_modelo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id_version   SERIAL PRIMARY KEY,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algoritmo    VARCHAR(40) NOT NULL,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      VARCHAR(20) NOT NULL,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parametros   JSONB NOT NULL,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entrenado_en TIMESTAMPTZ NOT NULL DEFAULT now(),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(algoritmo, version)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secuencia_sismica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id_secuencia BIGSERIAL PRIMARY KEY,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tipo         VARCHAR(10) NOT NULL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CHECK (tipo IN ('replicas','enjambre')),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fecha_inicio TIMESTAMPTZ NOT NULL,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fecha_fin    TIMESTAMPTZ NOT NULL,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id_version   INT NOT NULL REFERENCES version_modelo,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(fecha_fin &gt;= fecha_inicio)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280160"/>
            <a:ext cx="5394960" cy="4846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28232" y="1371600"/>
            <a:ext cx="50292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resultado_modelo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id_resultado BIGSERIAL PRIMARY KEY,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id_sismo     BIGINT NOT NULL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REFERENCES hechos_sismos(id_sismo),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id_secuencia BIGINT REFERENCES secuencia_sismica,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id_sismo_principal BIGINT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REFERENCES hechos_sismos(id_sismo),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          VARCHAR(10) NOT NULL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CHECK (rol IN ('principal','replica','aislado')),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puntaje      NUMERIC(4,3)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CHECK (puntaje BETWEEN 0 AND 1),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generado_en  TIMESTAMPTZ NOT NULL DEFAULT now(),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id_version   INT NOT NULL REFERENCES version_modelo,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(id_sismo, id_version)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ix_res_secuencia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resultado_modelo (id_secuencia);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posible solo después del cambio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IPN · ESCOM · Bases de Datos · Práctica 2 · Ejercicio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91672" cy="2651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371600"/>
            <a:ext cx="10698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Enjambres detectados: fecha, duración y número de eventos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sq.id_secuencia, sq.fecha_inicio,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sq.fecha_fin - sq.fecha_inicio AS duracion,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          AS num_eventos,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MAX(h.magnitud)    AS magnitud_max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secuencia_sismica sq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resultado_modelo r ON r.id_secuencia = sq.id_secuencia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hechos_sismos h    ON h.id_sismo = r.id_sismo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sq.tipo = 'enjambre'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sq.id_secuencia, sq.fecha_inicio, sq.fecha_fin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num_eventos DESC LIMIT 5;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1091672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la consulta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[Pega aquí la captura de la ejecución real sobre tu copia de la base. Antes de correr la consulta, ejecuta el ST-DBSCAN y llena resultado_modelo.]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37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qué ocurre con los datos que ya existen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IPN · ESCOM · Bases de Datos · Práctica 2 · Ejercicio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91672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73152" cy="4663440"/>
          </a:xfrm>
          <a:prstGeom prst="rect">
            <a:avLst/>
          </a:prstGeom>
          <a:solidFill>
            <a:srgbClr val="F28C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50876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65960"/>
            <a:ext cx="106344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aplicada: la entidad SecuenciaSismica y la relación recursiva es_réplica_de se transforman en tablas con claves foráneas; el resultado del modelo se reifica en resultado_modelo.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qué: separar el resultado de la predicción del hecho oficial permite versionar corridas, comparar parámetros (p. ej. ST-DBSCAN vs. Gardner y Knopoff) y borrar un resultado sin tocar el catálogo.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existentes: el cambio solo agrega tablas; no modifica ni borra ninguna fila de hechos_sismos. Los 319 592 sismos quedan intactos y sin resultado, es decir, “no evaluados”.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inicial: un proceso por lotes ejecuta el modelo, inserta una fila en version_modelo y luego las secuencias y los resultados en una sola transacción.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Consultas: usar LEFT JOIN para incluir los sismos aún no evaluados; los reportes “solo principales” filtran rol = 'principal' o sin resultado.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P1.2 Secuencias sísmicas con ST-DBSCAN: del issue al esquema</dc:title>
  <dc:subject>PptxGenJS Presentation</dc:subject>
  <dc:creator>PptxGenJS</dc:creator>
  <cp:lastModifiedBy>PptxGenJS</cp:lastModifiedBy>
  <cp:revision>1</cp:revision>
  <dcterms:created xsi:type="dcterms:W3CDTF">2026-10-29T05:51:40Z</dcterms:created>
  <dcterms:modified xsi:type="dcterms:W3CDTF">2026-10-29T05:51:40Z</dcterms:modified>
</cp:coreProperties>
</file>